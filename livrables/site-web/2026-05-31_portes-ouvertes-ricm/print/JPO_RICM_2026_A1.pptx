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720000"/>
          </a:xfrm>
          <a:prstGeom prst="rect">
            <a:avLst/>
          </a:prstGeom>
          <a:solidFill>
            <a:srgbClr val="1F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72000"/>
            <a:ext cx="90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PLAN DES ATELIERS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6F2EA"/>
                </a:solidFill>
              </a:rPr>
              <a:t>Portes Ouvertes RICM · 13 &amp; 14 juin 2026</a:t>
            </a:r>
          </a:p>
        </p:txBody>
      </p:sp>
      <p:pic>
        <p:nvPicPr>
          <p:cNvPr id="5" name="Picture 4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214" y="1008000"/>
            <a:ext cx="11839570" cy="874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88000" y="10188000"/>
            <a:ext cx="180000" cy="180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0116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C211C"/>
                </a:solidFill>
              </a:rPr>
              <a:t>Démonstrations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8000" y="10188000"/>
            <a:ext cx="180000" cy="180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0000" y="10116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C211C"/>
                </a:solidFill>
              </a:rPr>
              <a:t>Tout public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8000" y="10188000"/>
            <a:ext cx="180000" cy="180000"/>
          </a:xfrm>
          <a:prstGeom prst="rect">
            <a:avLst/>
          </a:prstGeom>
          <a:solidFill>
            <a:srgbClr val="C9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0000" y="10116000"/>
            <a:ext cx="1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C211C"/>
                </a:solidFill>
              </a:rPr>
              <a:t>Enfants &amp; 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720000"/>
          </a:xfrm>
          <a:prstGeom prst="rect">
            <a:avLst/>
          </a:prstGeom>
          <a:solidFill>
            <a:srgbClr val="1F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144000"/>
            <a:ext cx="108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PORTES OUVERTES RICM · 13 &amp; 14 JUIN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504000"/>
          </a:xfrm>
          <a:prstGeom prst="rect">
            <a:avLst/>
          </a:prstGeom>
          <a:solidFill>
            <a:srgbClr val="1F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36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LISTE DES ATELIERS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306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F6F2EA"/>
                </a:solidFill>
              </a:rPr>
              <a:t>Règlement en billets de popotte pour les activités payantes (prix en €)</a:t>
            </a:r>
          </a:p>
        </p:txBody>
      </p:sp>
      <p:sp>
        <p:nvSpPr>
          <p:cNvPr id="5" name="Rectangle 4"/>
          <p:cNvSpPr/>
          <p:nvPr/>
        </p:nvSpPr>
        <p:spPr>
          <a:xfrm>
            <a:off x="216000" y="576000"/>
            <a:ext cx="4608000" cy="288000"/>
          </a:xfrm>
          <a:prstGeom prst="rect">
            <a:avLst/>
          </a:prstGeom>
          <a:solidFill>
            <a:srgbClr val="50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000" y="594000"/>
            <a:ext cx="453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</a:rPr>
              <a:t>CLUSTER NORD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900000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2000" y="889200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Parcours drone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000" y="1144800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000" y="1134000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Atelier photo / vidéos 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000" y="1389600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000" y="1378800"/>
            <a:ext cx="3798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Tir air soft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378800"/>
            <a:ext cx="252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1">
                <a:solidFill>
                  <a:srgbClr val="C9842A"/>
                </a:solidFill>
              </a:rPr>
              <a:t>2€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6000" y="1634400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000" y="1623600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Présentation petits matériels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6000" y="1879199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000" y="1868400"/>
            <a:ext cx="3798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Parcours OB / évasion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868400"/>
            <a:ext cx="252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1">
                <a:solidFill>
                  <a:srgbClr val="C9842A"/>
                </a:solidFill>
              </a:rPr>
              <a:t>2€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" y="2123999"/>
            <a:ext cx="432000" cy="198000"/>
          </a:xfrm>
          <a:prstGeom prst="rect">
            <a:avLst/>
          </a:prstGeom>
          <a:solidFill>
            <a:srgbClr val="C9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000" y="2113200"/>
            <a:ext cx="3798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Parcours Cdo enfant 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13200"/>
            <a:ext cx="252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1">
                <a:solidFill>
                  <a:srgbClr val="C9842A"/>
                </a:solidFill>
              </a:rPr>
              <a:t>1€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6000" y="2368800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000" y="2358000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Atelier DRI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6000" y="2613600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000" y="2602800"/>
            <a:ext cx="3798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Parcours évasion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602800"/>
            <a:ext cx="252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1">
                <a:solidFill>
                  <a:srgbClr val="C9842A"/>
                </a:solidFill>
              </a:rPr>
              <a:t>2€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6000" y="2858399"/>
            <a:ext cx="432000" cy="19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000" y="2847600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Démonstration RRI / BLD 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6000" y="3103199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000" y="3092399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Présentation véhicules récents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3347999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000" y="3337199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Présentation véhicules anciens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6000" y="3592799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000" y="3581999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Cage à drone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6000" y="3837599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000" y="3826799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Parcours détermination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6000" y="576000"/>
            <a:ext cx="4608000" cy="288000"/>
          </a:xfrm>
          <a:prstGeom prst="rect">
            <a:avLst/>
          </a:prstGeom>
          <a:solidFill>
            <a:srgbClr val="50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92000" y="594000"/>
            <a:ext cx="453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</a:rPr>
              <a:t>CLUSTER CENTRE / ETRAC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56000" y="900000"/>
            <a:ext cx="432000" cy="198000"/>
          </a:xfrm>
          <a:prstGeom prst="rect">
            <a:avLst/>
          </a:prstGeom>
          <a:solidFill>
            <a:srgbClr val="C9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42000" y="889200"/>
            <a:ext cx="3798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Parcours VBL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12000" y="889200"/>
            <a:ext cx="252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1">
                <a:solidFill>
                  <a:srgbClr val="C9842A"/>
                </a:solidFill>
              </a:rPr>
              <a:t>3€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56000" y="1144800"/>
            <a:ext cx="432000" cy="198000"/>
          </a:xfrm>
          <a:prstGeom prst="rect">
            <a:avLst/>
          </a:prstGeom>
          <a:solidFill>
            <a:srgbClr val="C9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42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42000" y="1134000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Atelier camouflage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56000" y="1389600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43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42000" y="1378800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Parcours C4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6000" y="1634400"/>
            <a:ext cx="432000" cy="19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44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42000" y="1623600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Démonstration C4 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56000" y="1879199"/>
            <a:ext cx="432000" cy="198000"/>
          </a:xfrm>
          <a:prstGeom prst="rect">
            <a:avLst/>
          </a:prstGeom>
          <a:solidFill>
            <a:srgbClr val="C9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45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42000" y="1868400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Atelier SC1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56000" y="2123999"/>
            <a:ext cx="432000" cy="198000"/>
          </a:xfrm>
          <a:prstGeom prst="rect">
            <a:avLst/>
          </a:prstGeom>
          <a:solidFill>
            <a:srgbClr val="C9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46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42000" y="2113200"/>
            <a:ext cx="3798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Parcours Cdo 2 (adolescents)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12000" y="2113200"/>
            <a:ext cx="252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1">
                <a:solidFill>
                  <a:srgbClr val="C9842A"/>
                </a:solidFill>
              </a:rPr>
              <a:t>1€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56000" y="2368800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47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42000" y="2358000"/>
            <a:ext cx="3798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Tir à la grenade factice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12000" y="2358000"/>
            <a:ext cx="252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1">
                <a:solidFill>
                  <a:srgbClr val="C9842A"/>
                </a:solidFill>
              </a:rPr>
              <a:t>1€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6000" y="2613600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42000" y="2602800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Atelier vision nocturne 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56000" y="2858399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49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42000" y="2847600"/>
            <a:ext cx="3798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Parcours PLO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12000" y="2847600"/>
            <a:ext cx="252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1">
                <a:solidFill>
                  <a:srgbClr val="C9842A"/>
                </a:solidFill>
              </a:rPr>
              <a:t>2€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56000" y="3103199"/>
            <a:ext cx="432000" cy="198000"/>
          </a:xfrm>
          <a:prstGeom prst="rect">
            <a:avLst/>
          </a:prstGeom>
          <a:solidFill>
            <a:srgbClr val="C9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57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42000" y="3092399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Structures gonflables 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56000" y="3347999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71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42000" y="3337199"/>
            <a:ext cx="3798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Pistolet laser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12000" y="3337199"/>
            <a:ext cx="252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1">
                <a:solidFill>
                  <a:srgbClr val="C9842A"/>
                </a:solidFill>
              </a:rPr>
              <a:t>2€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56000" y="3592799"/>
            <a:ext cx="432000" cy="198000"/>
          </a:xfrm>
          <a:prstGeom prst="rect">
            <a:avLst/>
          </a:prstGeom>
          <a:solidFill>
            <a:srgbClr val="C9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72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42000" y="3581999"/>
            <a:ext cx="3798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Course d'orientation 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12000" y="3581999"/>
            <a:ext cx="252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1">
                <a:solidFill>
                  <a:srgbClr val="C9842A"/>
                </a:solidFill>
              </a:rPr>
              <a:t>1€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296000" y="576000"/>
            <a:ext cx="4608000" cy="288000"/>
          </a:xfrm>
          <a:prstGeom prst="rect">
            <a:avLst/>
          </a:prstGeom>
          <a:solidFill>
            <a:srgbClr val="507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32000" y="594000"/>
            <a:ext cx="4536000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</a:rPr>
              <a:t>CLUSTER ECL / GSC 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96000" y="900000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51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82000" y="889200"/>
            <a:ext cx="3798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Challenge VBS 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652000" y="889200"/>
            <a:ext cx="252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00" b="1">
                <a:solidFill>
                  <a:srgbClr val="C9842A"/>
                </a:solidFill>
              </a:rPr>
              <a:t>3€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96000" y="1144800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52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82000" y="1134000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Présentation CO / PC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296000" y="1389600"/>
            <a:ext cx="432000" cy="19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53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782000" y="1378800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Démonstration CDO + Cyno ★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296000" y="1634400"/>
            <a:ext cx="432000" cy="19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54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82000" y="1623600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Démo AKA &amp; Danse tahitienne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96000" y="1879199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55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82000" y="1868400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Présentations dépannage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296000" y="2123999"/>
            <a:ext cx="432000" cy="198000"/>
          </a:xfrm>
          <a:prstGeom prst="rect">
            <a:avLst/>
          </a:prstGeom>
          <a:solidFill>
            <a:srgbClr val="2D4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650" b="1">
                <a:solidFill>
                  <a:srgbClr val="FFFFFF"/>
                </a:solidFill>
              </a:rPr>
              <a:t>56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82000" y="2113200"/>
            <a:ext cx="40860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1C211C"/>
                </a:solidFill>
              </a:rPr>
              <a:t>Atelier salle d'honneur ★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10440000"/>
            <a:ext cx="15120000" cy="252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88000" y="10476000"/>
            <a:ext cx="90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46E64"/>
                </a:solidFill>
              </a:rPr>
              <a:t>★ Atelier incontournable  ·  1€/2€/3€ = activité payante (billets de popotte)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